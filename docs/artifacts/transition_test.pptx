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transition>
    <p:cube/>
  </p:transition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